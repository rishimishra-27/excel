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i Mishra" userId="02c04302028271a0" providerId="LiveId" clId="{16C8BB5C-A86B-4F5B-99D8-01BA42DB1051}"/>
    <pc:docChg chg="undo custSel addSld delSld modSld">
      <pc:chgData name="Rishi Mishra" userId="02c04302028271a0" providerId="LiveId" clId="{16C8BB5C-A86B-4F5B-99D8-01BA42DB1051}" dt="2026-03-08T08:18:41.534" v="3297" actId="14100"/>
      <pc:docMkLst>
        <pc:docMk/>
      </pc:docMkLst>
      <pc:sldChg chg="addSp modSp">
        <pc:chgData name="Rishi Mishra" userId="02c04302028271a0" providerId="LiveId" clId="{16C8BB5C-A86B-4F5B-99D8-01BA42DB1051}" dt="2026-03-08T08:18:41.534" v="3297" actId="14100"/>
        <pc:sldMkLst>
          <pc:docMk/>
          <pc:sldMk cId="2910358180" sldId="256"/>
        </pc:sldMkLst>
        <pc:spChg chg="mod">
          <ac:chgData name="Rishi Mishra" userId="02c04302028271a0" providerId="LiveId" clId="{16C8BB5C-A86B-4F5B-99D8-01BA42DB1051}" dt="2026-03-08T08:18:41.534" v="3297" actId="14100"/>
          <ac:spMkLst>
            <pc:docMk/>
            <pc:sldMk cId="2910358180" sldId="256"/>
            <ac:spMk id="2" creationId="{2E6497BA-9246-415E-A12B-75DB86A27268}"/>
          </ac:spMkLst>
        </pc:spChg>
        <pc:spChg chg="mod">
          <ac:chgData name="Rishi Mishra" userId="02c04302028271a0" providerId="LiveId" clId="{16C8BB5C-A86B-4F5B-99D8-01BA42DB1051}" dt="2026-03-08T08:18:27.862" v="3296" actId="14100"/>
          <ac:spMkLst>
            <pc:docMk/>
            <pc:sldMk cId="2910358180" sldId="256"/>
            <ac:spMk id="3" creationId="{08AB8138-E664-4244-8384-CECF6BD8591F}"/>
          </ac:spMkLst>
        </pc:spChg>
        <pc:picChg chg="add mod">
          <ac:chgData name="Rishi Mishra" userId="02c04302028271a0" providerId="LiveId" clId="{16C8BB5C-A86B-4F5B-99D8-01BA42DB1051}" dt="2026-03-08T08:18:13.362" v="3295" actId="14100"/>
          <ac:picMkLst>
            <pc:docMk/>
            <pc:sldMk cId="2910358180" sldId="256"/>
            <ac:picMk id="8194" creationId="{AF07DBC4-4001-4F97-8D78-A77887BFC266}"/>
          </ac:picMkLst>
        </pc:picChg>
      </pc:sldChg>
      <pc:sldChg chg="modSp">
        <pc:chgData name="Rishi Mishra" userId="02c04302028271a0" providerId="LiveId" clId="{16C8BB5C-A86B-4F5B-99D8-01BA42DB1051}" dt="2026-03-08T07:34:38.083" v="3254" actId="20577"/>
        <pc:sldMkLst>
          <pc:docMk/>
          <pc:sldMk cId="431386865" sldId="257"/>
        </pc:sldMkLst>
        <pc:spChg chg="mod">
          <ac:chgData name="Rishi Mishra" userId="02c04302028271a0" providerId="LiveId" clId="{16C8BB5C-A86B-4F5B-99D8-01BA42DB1051}" dt="2026-02-22T12:21:26.862" v="3167" actId="115"/>
          <ac:spMkLst>
            <pc:docMk/>
            <pc:sldMk cId="431386865" sldId="257"/>
            <ac:spMk id="2" creationId="{75A2B8CA-D896-4626-AF1D-22F49C6F5DDC}"/>
          </ac:spMkLst>
        </pc:spChg>
        <pc:spChg chg="mod">
          <ac:chgData name="Rishi Mishra" userId="02c04302028271a0" providerId="LiveId" clId="{16C8BB5C-A86B-4F5B-99D8-01BA42DB1051}" dt="2026-03-08T07:34:38.083" v="3254" actId="20577"/>
          <ac:spMkLst>
            <pc:docMk/>
            <pc:sldMk cId="431386865" sldId="257"/>
            <ac:spMk id="3" creationId="{84FE19A1-0E44-4425-9A70-33ED29739CF8}"/>
          </ac:spMkLst>
        </pc:spChg>
      </pc:sldChg>
      <pc:sldChg chg="modSp">
        <pc:chgData name="Rishi Mishra" userId="02c04302028271a0" providerId="LiveId" clId="{16C8BB5C-A86B-4F5B-99D8-01BA42DB1051}" dt="2026-02-22T12:21:36.247" v="3168" actId="115"/>
        <pc:sldMkLst>
          <pc:docMk/>
          <pc:sldMk cId="2600403911" sldId="258"/>
        </pc:sldMkLst>
        <pc:spChg chg="mod">
          <ac:chgData name="Rishi Mishra" userId="02c04302028271a0" providerId="LiveId" clId="{16C8BB5C-A86B-4F5B-99D8-01BA42DB1051}" dt="2026-02-22T12:21:36.247" v="3168" actId="115"/>
          <ac:spMkLst>
            <pc:docMk/>
            <pc:sldMk cId="2600403911" sldId="258"/>
            <ac:spMk id="2" creationId="{29A57EE7-B5B9-4F91-8078-43B94C9D4083}"/>
          </ac:spMkLst>
        </pc:spChg>
      </pc:sldChg>
      <pc:sldChg chg="modSp">
        <pc:chgData name="Rishi Mishra" userId="02c04302028271a0" providerId="LiveId" clId="{16C8BB5C-A86B-4F5B-99D8-01BA42DB1051}" dt="2026-02-22T12:21:44.412" v="3169" actId="115"/>
        <pc:sldMkLst>
          <pc:docMk/>
          <pc:sldMk cId="1497213795" sldId="259"/>
        </pc:sldMkLst>
        <pc:spChg chg="mod">
          <ac:chgData name="Rishi Mishra" userId="02c04302028271a0" providerId="LiveId" clId="{16C8BB5C-A86B-4F5B-99D8-01BA42DB1051}" dt="2026-02-22T12:21:44.412" v="3169" actId="115"/>
          <ac:spMkLst>
            <pc:docMk/>
            <pc:sldMk cId="1497213795" sldId="259"/>
            <ac:spMk id="2" creationId="{5DDA4F99-3537-4A26-8786-31E3F37CF05F}"/>
          </ac:spMkLst>
        </pc:spChg>
      </pc:sldChg>
      <pc:sldChg chg="modSp">
        <pc:chgData name="Rishi Mishra" userId="02c04302028271a0" providerId="LiveId" clId="{16C8BB5C-A86B-4F5B-99D8-01BA42DB1051}" dt="2026-02-22T12:21:53.685" v="3170" actId="115"/>
        <pc:sldMkLst>
          <pc:docMk/>
          <pc:sldMk cId="3099346345" sldId="260"/>
        </pc:sldMkLst>
        <pc:spChg chg="mod">
          <ac:chgData name="Rishi Mishra" userId="02c04302028271a0" providerId="LiveId" clId="{16C8BB5C-A86B-4F5B-99D8-01BA42DB1051}" dt="2026-02-22T12:21:53.685" v="3170" actId="115"/>
          <ac:spMkLst>
            <pc:docMk/>
            <pc:sldMk cId="3099346345" sldId="260"/>
            <ac:spMk id="2" creationId="{0F87585F-4C90-4834-B29E-9DFCB81A1BFB}"/>
          </ac:spMkLst>
        </pc:spChg>
      </pc:sldChg>
      <pc:sldChg chg="modSp">
        <pc:chgData name="Rishi Mishra" userId="02c04302028271a0" providerId="LiveId" clId="{16C8BB5C-A86B-4F5B-99D8-01BA42DB1051}" dt="2026-02-22T12:22:03.691" v="3171" actId="115"/>
        <pc:sldMkLst>
          <pc:docMk/>
          <pc:sldMk cId="1405498507" sldId="261"/>
        </pc:sldMkLst>
        <pc:spChg chg="mod">
          <ac:chgData name="Rishi Mishra" userId="02c04302028271a0" providerId="LiveId" clId="{16C8BB5C-A86B-4F5B-99D8-01BA42DB1051}" dt="2026-02-22T12:22:03.691" v="3171" actId="115"/>
          <ac:spMkLst>
            <pc:docMk/>
            <pc:sldMk cId="1405498507" sldId="261"/>
            <ac:spMk id="2" creationId="{B4444AF8-C432-474B-8AFA-0A5329E79DD4}"/>
          </ac:spMkLst>
        </pc:spChg>
      </pc:sldChg>
      <pc:sldChg chg="addSp delSp modSp new add">
        <pc:chgData name="Rishi Mishra" userId="02c04302028271a0" providerId="LiveId" clId="{16C8BB5C-A86B-4F5B-99D8-01BA42DB1051}" dt="2026-02-22T12:22:20.713" v="3172" actId="115"/>
        <pc:sldMkLst>
          <pc:docMk/>
          <pc:sldMk cId="40808872" sldId="262"/>
        </pc:sldMkLst>
        <pc:spChg chg="del">
          <ac:chgData name="Rishi Mishra" userId="02c04302028271a0" providerId="LiveId" clId="{16C8BB5C-A86B-4F5B-99D8-01BA42DB1051}" dt="2026-02-22T10:05:22.447" v="2"/>
          <ac:spMkLst>
            <pc:docMk/>
            <pc:sldMk cId="40808872" sldId="262"/>
            <ac:spMk id="2" creationId="{29A39958-952A-4FC2-A48E-313CCD2F2D26}"/>
          </ac:spMkLst>
        </pc:spChg>
        <pc:spChg chg="del">
          <ac:chgData name="Rishi Mishra" userId="02c04302028271a0" providerId="LiveId" clId="{16C8BB5C-A86B-4F5B-99D8-01BA42DB1051}" dt="2026-02-22T10:05:22.447" v="2"/>
          <ac:spMkLst>
            <pc:docMk/>
            <pc:sldMk cId="40808872" sldId="262"/>
            <ac:spMk id="3" creationId="{ED5E18B3-B45F-42E6-9C1B-BD9469A38C73}"/>
          </ac:spMkLst>
        </pc:spChg>
        <pc:spChg chg="add mod">
          <ac:chgData name="Rishi Mishra" userId="02c04302028271a0" providerId="LiveId" clId="{16C8BB5C-A86B-4F5B-99D8-01BA42DB1051}" dt="2026-02-22T12:22:20.713" v="3172" actId="115"/>
          <ac:spMkLst>
            <pc:docMk/>
            <pc:sldMk cId="40808872" sldId="262"/>
            <ac:spMk id="4" creationId="{E95C74EF-9322-4781-A68E-D7F7064F02CE}"/>
          </ac:spMkLst>
        </pc:spChg>
        <pc:spChg chg="add mod">
          <ac:chgData name="Rishi Mishra" userId="02c04302028271a0" providerId="LiveId" clId="{16C8BB5C-A86B-4F5B-99D8-01BA42DB1051}" dt="2026-02-22T10:52:44.412" v="150" actId="20577"/>
          <ac:spMkLst>
            <pc:docMk/>
            <pc:sldMk cId="40808872" sldId="262"/>
            <ac:spMk id="5" creationId="{E862477D-3F11-4FF7-AB80-7998E3CE2CDC}"/>
          </ac:spMkLst>
        </pc:spChg>
        <pc:spChg chg="add del mod">
          <ac:chgData name="Rishi Mishra" userId="02c04302028271a0" providerId="LiveId" clId="{16C8BB5C-A86B-4F5B-99D8-01BA42DB1051}" dt="2026-02-22T10:53:17.707" v="151" actId="931"/>
          <ac:spMkLst>
            <pc:docMk/>
            <pc:sldMk cId="40808872" sldId="262"/>
            <ac:spMk id="6" creationId="{C03BFF7D-3037-4C6D-B937-5DB1A5575B13}"/>
          </ac:spMkLst>
        </pc:spChg>
        <pc:spChg chg="add del mod">
          <ac:chgData name="Rishi Mishra" userId="02c04302028271a0" providerId="LiveId" clId="{16C8BB5C-A86B-4F5B-99D8-01BA42DB1051}" dt="2026-02-22T10:56:52.793" v="155" actId="931"/>
          <ac:spMkLst>
            <pc:docMk/>
            <pc:sldMk cId="40808872" sldId="262"/>
            <ac:spMk id="11" creationId="{720CAF34-D0F6-42E0-BA76-532536081DA5}"/>
          </ac:spMkLst>
        </pc:spChg>
        <pc:picChg chg="add del mod">
          <ac:chgData name="Rishi Mishra" userId="02c04302028271a0" providerId="LiveId" clId="{16C8BB5C-A86B-4F5B-99D8-01BA42DB1051}" dt="2026-02-22T10:53:37.605" v="154" actId="478"/>
          <ac:picMkLst>
            <pc:docMk/>
            <pc:sldMk cId="40808872" sldId="262"/>
            <ac:picMk id="8" creationId="{2937EE8B-E19C-4BBE-ACA6-E4989B2B5F56}"/>
          </ac:picMkLst>
        </pc:picChg>
        <pc:picChg chg="add del mod">
          <ac:chgData name="Rishi Mishra" userId="02c04302028271a0" providerId="LiveId" clId="{16C8BB5C-A86B-4F5B-99D8-01BA42DB1051}" dt="2026-02-22T10:53:34.157" v="153" actId="478"/>
          <ac:picMkLst>
            <pc:docMk/>
            <pc:sldMk cId="40808872" sldId="262"/>
            <ac:picMk id="9" creationId="{BD34EF94-0B80-43D0-866D-26197697597A}"/>
          </ac:picMkLst>
        </pc:picChg>
        <pc:picChg chg="add mod">
          <ac:chgData name="Rishi Mishra" userId="02c04302028271a0" providerId="LiveId" clId="{16C8BB5C-A86B-4F5B-99D8-01BA42DB1051}" dt="2026-02-22T10:57:22.277" v="161" actId="14100"/>
          <ac:picMkLst>
            <pc:docMk/>
            <pc:sldMk cId="40808872" sldId="262"/>
            <ac:picMk id="13" creationId="{9C71CA41-1D6D-4240-A298-BDE4E0B9C0B3}"/>
          </ac:picMkLst>
        </pc:picChg>
      </pc:sldChg>
      <pc:sldChg chg="addSp delSp modSp new add">
        <pc:chgData name="Rishi Mishra" userId="02c04302028271a0" providerId="LiveId" clId="{16C8BB5C-A86B-4F5B-99D8-01BA42DB1051}" dt="2026-02-22T12:22:32.315" v="3173" actId="115"/>
        <pc:sldMkLst>
          <pc:docMk/>
          <pc:sldMk cId="2654085997" sldId="263"/>
        </pc:sldMkLst>
        <pc:spChg chg="mod">
          <ac:chgData name="Rishi Mishra" userId="02c04302028271a0" providerId="LiveId" clId="{16C8BB5C-A86B-4F5B-99D8-01BA42DB1051}" dt="2026-02-22T12:22:32.315" v="3173" actId="115"/>
          <ac:spMkLst>
            <pc:docMk/>
            <pc:sldMk cId="2654085997" sldId="263"/>
            <ac:spMk id="2" creationId="{F5ED8DE7-8D22-4079-9190-9F0F54F1BAB5}"/>
          </ac:spMkLst>
        </pc:spChg>
        <pc:spChg chg="mod">
          <ac:chgData name="Rishi Mishra" userId="02c04302028271a0" providerId="LiveId" clId="{16C8BB5C-A86B-4F5B-99D8-01BA42DB1051}" dt="2026-02-22T11:01:53.360" v="291" actId="313"/>
          <ac:spMkLst>
            <pc:docMk/>
            <pc:sldMk cId="2654085997" sldId="263"/>
            <ac:spMk id="3" creationId="{DDF98D00-80E7-4103-A066-4FD638AC27FF}"/>
          </ac:spMkLst>
        </pc:spChg>
        <pc:spChg chg="del">
          <ac:chgData name="Rishi Mishra" userId="02c04302028271a0" providerId="LiveId" clId="{16C8BB5C-A86B-4F5B-99D8-01BA42DB1051}" dt="2026-02-22T11:05:33.706" v="292" actId="931"/>
          <ac:spMkLst>
            <pc:docMk/>
            <pc:sldMk cId="2654085997" sldId="263"/>
            <ac:spMk id="4" creationId="{3C184F7F-49E2-4CB0-B589-D30C23EDA009}"/>
          </ac:spMkLst>
        </pc:spChg>
        <pc:picChg chg="add mod">
          <ac:chgData name="Rishi Mishra" userId="02c04302028271a0" providerId="LiveId" clId="{16C8BB5C-A86B-4F5B-99D8-01BA42DB1051}" dt="2026-02-22T11:06:08.076" v="297" actId="1440"/>
          <ac:picMkLst>
            <pc:docMk/>
            <pc:sldMk cId="2654085997" sldId="263"/>
            <ac:picMk id="6" creationId="{EB4EE973-08FB-414C-B447-3A025AAF9E9F}"/>
          </ac:picMkLst>
        </pc:picChg>
      </pc:sldChg>
      <pc:sldChg chg="addSp delSp modSp new add">
        <pc:chgData name="Rishi Mishra" userId="02c04302028271a0" providerId="LiveId" clId="{16C8BB5C-A86B-4F5B-99D8-01BA42DB1051}" dt="2026-03-08T08:03:56.311" v="3259" actId="14100"/>
        <pc:sldMkLst>
          <pc:docMk/>
          <pc:sldMk cId="1114037464" sldId="264"/>
        </pc:sldMkLst>
        <pc:spChg chg="mod">
          <ac:chgData name="Rishi Mishra" userId="02c04302028271a0" providerId="LiveId" clId="{16C8BB5C-A86B-4F5B-99D8-01BA42DB1051}" dt="2026-02-22T12:22:40.766" v="3174" actId="115"/>
          <ac:spMkLst>
            <pc:docMk/>
            <pc:sldMk cId="1114037464" sldId="264"/>
            <ac:spMk id="2" creationId="{0A908804-273D-4A3B-969B-6206EB35BE3E}"/>
          </ac:spMkLst>
        </pc:spChg>
        <pc:spChg chg="mod">
          <ac:chgData name="Rishi Mishra" userId="02c04302028271a0" providerId="LiveId" clId="{16C8BB5C-A86B-4F5B-99D8-01BA42DB1051}" dt="2026-02-22T11:09:55.796" v="458" actId="20577"/>
          <ac:spMkLst>
            <pc:docMk/>
            <pc:sldMk cId="1114037464" sldId="264"/>
            <ac:spMk id="3" creationId="{2EF7EC4A-966A-4708-8B4A-B2AD8B2230FC}"/>
          </ac:spMkLst>
        </pc:spChg>
        <pc:spChg chg="del">
          <ac:chgData name="Rishi Mishra" userId="02c04302028271a0" providerId="LiveId" clId="{16C8BB5C-A86B-4F5B-99D8-01BA42DB1051}" dt="2026-02-22T11:12:05.939" v="459" actId="931"/>
          <ac:spMkLst>
            <pc:docMk/>
            <pc:sldMk cId="1114037464" sldId="264"/>
            <ac:spMk id="4" creationId="{0D116BB9-D6C9-4C59-93EF-E3188D44851E}"/>
          </ac:spMkLst>
        </pc:spChg>
        <pc:picChg chg="add mod">
          <ac:chgData name="Rishi Mishra" userId="02c04302028271a0" providerId="LiveId" clId="{16C8BB5C-A86B-4F5B-99D8-01BA42DB1051}" dt="2026-02-22T11:12:19.386" v="461" actId="14100"/>
          <ac:picMkLst>
            <pc:docMk/>
            <pc:sldMk cId="1114037464" sldId="264"/>
            <ac:picMk id="6" creationId="{986E9EBA-57D1-405A-9B2B-263B2777D4F0}"/>
          </ac:picMkLst>
        </pc:picChg>
        <pc:picChg chg="add mod">
          <ac:chgData name="Rishi Mishra" userId="02c04302028271a0" providerId="LiveId" clId="{16C8BB5C-A86B-4F5B-99D8-01BA42DB1051}" dt="2026-03-08T08:03:56.311" v="3259" actId="14100"/>
          <ac:picMkLst>
            <pc:docMk/>
            <pc:sldMk cId="1114037464" sldId="264"/>
            <ac:picMk id="1026" creationId="{DD4B5B87-62A8-481A-A967-6DB489CFBB02}"/>
          </ac:picMkLst>
        </pc:picChg>
      </pc:sldChg>
      <pc:sldChg chg="addSp delSp modSp new add">
        <pc:chgData name="Rishi Mishra" userId="02c04302028271a0" providerId="LiveId" clId="{16C8BB5C-A86B-4F5B-99D8-01BA42DB1051}" dt="2026-03-08T08:07:17.025" v="3263" actId="1076"/>
        <pc:sldMkLst>
          <pc:docMk/>
          <pc:sldMk cId="2394004376" sldId="265"/>
        </pc:sldMkLst>
        <pc:spChg chg="mod">
          <ac:chgData name="Rishi Mishra" userId="02c04302028271a0" providerId="LiveId" clId="{16C8BB5C-A86B-4F5B-99D8-01BA42DB1051}" dt="2026-02-22T12:23:08.586" v="3175" actId="115"/>
          <ac:spMkLst>
            <pc:docMk/>
            <pc:sldMk cId="2394004376" sldId="265"/>
            <ac:spMk id="2" creationId="{D699BF6C-595A-4FFF-8778-2A0859460FD4}"/>
          </ac:spMkLst>
        </pc:spChg>
        <pc:spChg chg="mod">
          <ac:chgData name="Rishi Mishra" userId="02c04302028271a0" providerId="LiveId" clId="{16C8BB5C-A86B-4F5B-99D8-01BA42DB1051}" dt="2026-02-22T11:17:51.640" v="649" actId="5793"/>
          <ac:spMkLst>
            <pc:docMk/>
            <pc:sldMk cId="2394004376" sldId="265"/>
            <ac:spMk id="3" creationId="{604372DE-5DFE-4562-8F73-C45C88522716}"/>
          </ac:spMkLst>
        </pc:spChg>
        <pc:spChg chg="del">
          <ac:chgData name="Rishi Mishra" userId="02c04302028271a0" providerId="LiveId" clId="{16C8BB5C-A86B-4F5B-99D8-01BA42DB1051}" dt="2026-02-22T11:16:31.154" v="549" actId="931"/>
          <ac:spMkLst>
            <pc:docMk/>
            <pc:sldMk cId="2394004376" sldId="265"/>
            <ac:spMk id="4" creationId="{B040D7CA-45DB-4E10-8CE5-50E0DDED0410}"/>
          </ac:spMkLst>
        </pc:spChg>
        <pc:picChg chg="add mod">
          <ac:chgData name="Rishi Mishra" userId="02c04302028271a0" providerId="LiveId" clId="{16C8BB5C-A86B-4F5B-99D8-01BA42DB1051}" dt="2026-02-22T11:16:47.050" v="552" actId="14100"/>
          <ac:picMkLst>
            <pc:docMk/>
            <pc:sldMk cId="2394004376" sldId="265"/>
            <ac:picMk id="6" creationId="{10D75581-ED41-4CF6-BD53-86EE8B4ECB5A}"/>
          </ac:picMkLst>
        </pc:picChg>
        <pc:picChg chg="add mod">
          <ac:chgData name="Rishi Mishra" userId="02c04302028271a0" providerId="LiveId" clId="{16C8BB5C-A86B-4F5B-99D8-01BA42DB1051}" dt="2026-03-08T08:07:17.025" v="3263" actId="1076"/>
          <ac:picMkLst>
            <pc:docMk/>
            <pc:sldMk cId="2394004376" sldId="265"/>
            <ac:picMk id="2050" creationId="{05AEC554-BF40-4F25-948F-97C8C76E1DF2}"/>
          </ac:picMkLst>
        </pc:picChg>
      </pc:sldChg>
      <pc:sldChg chg="addSp delSp modSp new add">
        <pc:chgData name="Rishi Mishra" userId="02c04302028271a0" providerId="LiveId" clId="{16C8BB5C-A86B-4F5B-99D8-01BA42DB1051}" dt="2026-03-08T08:08:30.972" v="3266" actId="14100"/>
        <pc:sldMkLst>
          <pc:docMk/>
          <pc:sldMk cId="1489208804" sldId="266"/>
        </pc:sldMkLst>
        <pc:spChg chg="mod">
          <ac:chgData name="Rishi Mishra" userId="02c04302028271a0" providerId="LiveId" clId="{16C8BB5C-A86B-4F5B-99D8-01BA42DB1051}" dt="2026-02-22T12:23:38.348" v="3176" actId="115"/>
          <ac:spMkLst>
            <pc:docMk/>
            <pc:sldMk cId="1489208804" sldId="266"/>
            <ac:spMk id="2" creationId="{C647782F-2BF4-4B34-AB32-9D6EAC34CD53}"/>
          </ac:spMkLst>
        </pc:spChg>
        <pc:spChg chg="mod">
          <ac:chgData name="Rishi Mishra" userId="02c04302028271a0" providerId="LiveId" clId="{16C8BB5C-A86B-4F5B-99D8-01BA42DB1051}" dt="2026-02-22T11:20:05.578" v="794" actId="20577"/>
          <ac:spMkLst>
            <pc:docMk/>
            <pc:sldMk cId="1489208804" sldId="266"/>
            <ac:spMk id="3" creationId="{68C6C4C6-304C-4012-8B3F-65F1A9C74D54}"/>
          </ac:spMkLst>
        </pc:spChg>
        <pc:spChg chg="del">
          <ac:chgData name="Rishi Mishra" userId="02c04302028271a0" providerId="LiveId" clId="{16C8BB5C-A86B-4F5B-99D8-01BA42DB1051}" dt="2026-02-22T11:21:48.831" v="795" actId="931"/>
          <ac:spMkLst>
            <pc:docMk/>
            <pc:sldMk cId="1489208804" sldId="266"/>
            <ac:spMk id="4" creationId="{AD4B33E8-0173-4843-BCAA-D2E866293F86}"/>
          </ac:spMkLst>
        </pc:spChg>
        <pc:picChg chg="add mod">
          <ac:chgData name="Rishi Mishra" userId="02c04302028271a0" providerId="LiveId" clId="{16C8BB5C-A86B-4F5B-99D8-01BA42DB1051}" dt="2026-02-22T11:22:09.540" v="799" actId="14100"/>
          <ac:picMkLst>
            <pc:docMk/>
            <pc:sldMk cId="1489208804" sldId="266"/>
            <ac:picMk id="6" creationId="{D92F618E-5B35-4D90-BD5B-9B692EDFC980}"/>
          </ac:picMkLst>
        </pc:picChg>
        <pc:picChg chg="add mod">
          <ac:chgData name="Rishi Mishra" userId="02c04302028271a0" providerId="LiveId" clId="{16C8BB5C-A86B-4F5B-99D8-01BA42DB1051}" dt="2026-03-08T08:08:30.972" v="3266" actId="14100"/>
          <ac:picMkLst>
            <pc:docMk/>
            <pc:sldMk cId="1489208804" sldId="266"/>
            <ac:picMk id="3074" creationId="{AD53D977-9224-4F53-B17E-9F43A7085B81}"/>
          </ac:picMkLst>
        </pc:picChg>
      </pc:sldChg>
      <pc:sldChg chg="addSp delSp modSp new add">
        <pc:chgData name="Rishi Mishra" userId="02c04302028271a0" providerId="LiveId" clId="{16C8BB5C-A86B-4F5B-99D8-01BA42DB1051}" dt="2026-03-08T08:10:30.936" v="3268" actId="1076"/>
        <pc:sldMkLst>
          <pc:docMk/>
          <pc:sldMk cId="3934051480" sldId="267"/>
        </pc:sldMkLst>
        <pc:spChg chg="mod">
          <ac:chgData name="Rishi Mishra" userId="02c04302028271a0" providerId="LiveId" clId="{16C8BB5C-A86B-4F5B-99D8-01BA42DB1051}" dt="2026-02-22T12:23:51.062" v="3177" actId="115"/>
          <ac:spMkLst>
            <pc:docMk/>
            <pc:sldMk cId="3934051480" sldId="267"/>
            <ac:spMk id="2" creationId="{82AD52D6-2B87-4CCF-9BAD-3C3BA93C1548}"/>
          </ac:spMkLst>
        </pc:spChg>
        <pc:spChg chg="mod">
          <ac:chgData name="Rishi Mishra" userId="02c04302028271a0" providerId="LiveId" clId="{16C8BB5C-A86B-4F5B-99D8-01BA42DB1051}" dt="2026-02-22T11:29:16.483" v="993" actId="14100"/>
          <ac:spMkLst>
            <pc:docMk/>
            <pc:sldMk cId="3934051480" sldId="267"/>
            <ac:spMk id="3" creationId="{813799C1-AE4B-468E-961D-84398E35C55E}"/>
          </ac:spMkLst>
        </pc:spChg>
        <pc:spChg chg="del">
          <ac:chgData name="Rishi Mishra" userId="02c04302028271a0" providerId="LiveId" clId="{16C8BB5C-A86B-4F5B-99D8-01BA42DB1051}" dt="2026-02-22T11:29:01.797" v="991" actId="931"/>
          <ac:spMkLst>
            <pc:docMk/>
            <pc:sldMk cId="3934051480" sldId="267"/>
            <ac:spMk id="4" creationId="{4F8D3181-2FEE-4568-8620-828FF51BAF01}"/>
          </ac:spMkLst>
        </pc:spChg>
        <pc:picChg chg="add mod">
          <ac:chgData name="Rishi Mishra" userId="02c04302028271a0" providerId="LiveId" clId="{16C8BB5C-A86B-4F5B-99D8-01BA42DB1051}" dt="2026-02-22T11:29:31.553" v="996" actId="14100"/>
          <ac:picMkLst>
            <pc:docMk/>
            <pc:sldMk cId="3934051480" sldId="267"/>
            <ac:picMk id="6" creationId="{3754291E-F22B-4DB0-82B4-8980161FF698}"/>
          </ac:picMkLst>
        </pc:picChg>
        <pc:picChg chg="add mod">
          <ac:chgData name="Rishi Mishra" userId="02c04302028271a0" providerId="LiveId" clId="{16C8BB5C-A86B-4F5B-99D8-01BA42DB1051}" dt="2026-03-08T08:10:30.936" v="3268" actId="1076"/>
          <ac:picMkLst>
            <pc:docMk/>
            <pc:sldMk cId="3934051480" sldId="267"/>
            <ac:picMk id="4098" creationId="{026BDBF0-DCFE-467D-8D6D-E302C8075A4B}"/>
          </ac:picMkLst>
        </pc:picChg>
      </pc:sldChg>
      <pc:sldChg chg="addSp delSp modSp new add">
        <pc:chgData name="Rishi Mishra" userId="02c04302028271a0" providerId="LiveId" clId="{16C8BB5C-A86B-4F5B-99D8-01BA42DB1051}" dt="2026-03-08T08:13:35.721" v="3282" actId="1076"/>
        <pc:sldMkLst>
          <pc:docMk/>
          <pc:sldMk cId="1901587237" sldId="268"/>
        </pc:sldMkLst>
        <pc:spChg chg="mod">
          <ac:chgData name="Rishi Mishra" userId="02c04302028271a0" providerId="LiveId" clId="{16C8BB5C-A86B-4F5B-99D8-01BA42DB1051}" dt="2026-02-22T12:24:14.425" v="3178" actId="115"/>
          <ac:spMkLst>
            <pc:docMk/>
            <pc:sldMk cId="1901587237" sldId="268"/>
            <ac:spMk id="2" creationId="{440FBA38-5487-404B-A210-2A4D5AC4426E}"/>
          </ac:spMkLst>
        </pc:spChg>
        <pc:spChg chg="mod">
          <ac:chgData name="Rishi Mishra" userId="02c04302028271a0" providerId="LiveId" clId="{16C8BB5C-A86B-4F5B-99D8-01BA42DB1051}" dt="2026-03-08T08:12:48.839" v="3276" actId="1076"/>
          <ac:spMkLst>
            <pc:docMk/>
            <pc:sldMk cId="1901587237" sldId="268"/>
            <ac:spMk id="3" creationId="{5865D11D-E364-46CB-AB68-DF6E61923FB6}"/>
          </ac:spMkLst>
        </pc:spChg>
        <pc:spChg chg="del">
          <ac:chgData name="Rishi Mishra" userId="02c04302028271a0" providerId="LiveId" clId="{16C8BB5C-A86B-4F5B-99D8-01BA42DB1051}" dt="2026-02-22T11:36:27.005" v="1165" actId="931"/>
          <ac:spMkLst>
            <pc:docMk/>
            <pc:sldMk cId="1901587237" sldId="268"/>
            <ac:spMk id="4" creationId="{D35DACFF-19D2-4BEA-AF16-8D96D990EE66}"/>
          </ac:spMkLst>
        </pc:spChg>
        <pc:picChg chg="add mod">
          <ac:chgData name="Rishi Mishra" userId="02c04302028271a0" providerId="LiveId" clId="{16C8BB5C-A86B-4F5B-99D8-01BA42DB1051}" dt="2026-03-08T08:13:35.721" v="3282" actId="1076"/>
          <ac:picMkLst>
            <pc:docMk/>
            <pc:sldMk cId="1901587237" sldId="268"/>
            <ac:picMk id="6" creationId="{1017D321-475F-41FA-AC76-53FAA8FD2C92}"/>
          </ac:picMkLst>
        </pc:picChg>
        <pc:picChg chg="add del mod">
          <ac:chgData name="Rishi Mishra" userId="02c04302028271a0" providerId="LiveId" clId="{16C8BB5C-A86B-4F5B-99D8-01BA42DB1051}" dt="2026-03-08T08:12:25.012" v="3274"/>
          <ac:picMkLst>
            <pc:docMk/>
            <pc:sldMk cId="1901587237" sldId="268"/>
            <ac:picMk id="5122" creationId="{5BBC12BC-7023-4E0E-A0F4-BC33156D7F04}"/>
          </ac:picMkLst>
        </pc:picChg>
        <pc:picChg chg="add mod">
          <ac:chgData name="Rishi Mishra" userId="02c04302028271a0" providerId="LiveId" clId="{16C8BB5C-A86B-4F5B-99D8-01BA42DB1051}" dt="2026-03-08T08:13:29.802" v="3281" actId="1076"/>
          <ac:picMkLst>
            <pc:docMk/>
            <pc:sldMk cId="1901587237" sldId="268"/>
            <ac:picMk id="5124" creationId="{EEBC9B39-85CC-462A-A84A-85CB55AF06CE}"/>
          </ac:picMkLst>
        </pc:picChg>
      </pc:sldChg>
      <pc:sldChg chg="addSp delSp modSp new add">
        <pc:chgData name="Rishi Mishra" userId="02c04302028271a0" providerId="LiveId" clId="{16C8BB5C-A86B-4F5B-99D8-01BA42DB1051}" dt="2026-03-08T08:14:42.549" v="3285" actId="14100"/>
        <pc:sldMkLst>
          <pc:docMk/>
          <pc:sldMk cId="2193468064" sldId="269"/>
        </pc:sldMkLst>
        <pc:spChg chg="mod">
          <ac:chgData name="Rishi Mishra" userId="02c04302028271a0" providerId="LiveId" clId="{16C8BB5C-A86B-4F5B-99D8-01BA42DB1051}" dt="2026-02-22T12:24:25.067" v="3179" actId="115"/>
          <ac:spMkLst>
            <pc:docMk/>
            <pc:sldMk cId="2193468064" sldId="269"/>
            <ac:spMk id="2" creationId="{BF4EDD8B-0550-4449-AC38-F3E62B2B4D30}"/>
          </ac:spMkLst>
        </pc:spChg>
        <pc:spChg chg="mod">
          <ac:chgData name="Rishi Mishra" userId="02c04302028271a0" providerId="LiveId" clId="{16C8BB5C-A86B-4F5B-99D8-01BA42DB1051}" dt="2026-02-22T12:26:38.710" v="3187" actId="255"/>
          <ac:spMkLst>
            <pc:docMk/>
            <pc:sldMk cId="2193468064" sldId="269"/>
            <ac:spMk id="3" creationId="{150D9FE8-403C-4DEC-8DDA-2EFF9C296370}"/>
          </ac:spMkLst>
        </pc:spChg>
        <pc:spChg chg="del">
          <ac:chgData name="Rishi Mishra" userId="02c04302028271a0" providerId="LiveId" clId="{16C8BB5C-A86B-4F5B-99D8-01BA42DB1051}" dt="2026-02-22T11:41:14.828" v="1295" actId="931"/>
          <ac:spMkLst>
            <pc:docMk/>
            <pc:sldMk cId="2193468064" sldId="269"/>
            <ac:spMk id="4" creationId="{7E032602-7029-4749-A138-78359FE98E3D}"/>
          </ac:spMkLst>
        </pc:spChg>
        <pc:picChg chg="add mod">
          <ac:chgData name="Rishi Mishra" userId="02c04302028271a0" providerId="LiveId" clId="{16C8BB5C-A86B-4F5B-99D8-01BA42DB1051}" dt="2026-02-22T11:41:47.485" v="1301" actId="14100"/>
          <ac:picMkLst>
            <pc:docMk/>
            <pc:sldMk cId="2193468064" sldId="269"/>
            <ac:picMk id="6" creationId="{6572D526-6D02-4F06-801D-E0CD5C3C41E8}"/>
          </ac:picMkLst>
        </pc:picChg>
        <pc:picChg chg="add mod">
          <ac:chgData name="Rishi Mishra" userId="02c04302028271a0" providerId="LiveId" clId="{16C8BB5C-A86B-4F5B-99D8-01BA42DB1051}" dt="2026-03-08T08:14:42.549" v="3285" actId="14100"/>
          <ac:picMkLst>
            <pc:docMk/>
            <pc:sldMk cId="2193468064" sldId="269"/>
            <ac:picMk id="6146" creationId="{A9A33994-10E5-49DA-9BDB-C328CE1A7388}"/>
          </ac:picMkLst>
        </pc:picChg>
      </pc:sldChg>
      <pc:sldChg chg="addSp delSp modSp new add">
        <pc:chgData name="Rishi Mishra" userId="02c04302028271a0" providerId="LiveId" clId="{16C8BB5C-A86B-4F5B-99D8-01BA42DB1051}" dt="2026-03-08T08:16:22.084" v="3290" actId="1076"/>
        <pc:sldMkLst>
          <pc:docMk/>
          <pc:sldMk cId="2542027616" sldId="270"/>
        </pc:sldMkLst>
        <pc:spChg chg="mod">
          <ac:chgData name="Rishi Mishra" userId="02c04302028271a0" providerId="LiveId" clId="{16C8BB5C-A86B-4F5B-99D8-01BA42DB1051}" dt="2026-02-22T12:24:36.737" v="3180" actId="115"/>
          <ac:spMkLst>
            <pc:docMk/>
            <pc:sldMk cId="2542027616" sldId="270"/>
            <ac:spMk id="2" creationId="{0041574D-FC47-419B-8A7F-5B337CFEB342}"/>
          </ac:spMkLst>
        </pc:spChg>
        <pc:spChg chg="mod">
          <ac:chgData name="Rishi Mishra" userId="02c04302028271a0" providerId="LiveId" clId="{16C8BB5C-A86B-4F5B-99D8-01BA42DB1051}" dt="2026-02-22T12:26:07.560" v="3186" actId="255"/>
          <ac:spMkLst>
            <pc:docMk/>
            <pc:sldMk cId="2542027616" sldId="270"/>
            <ac:spMk id="3" creationId="{0AAA7E6D-B62C-418A-B98E-2EDA5C58A9C0}"/>
          </ac:spMkLst>
        </pc:spChg>
        <pc:spChg chg="del">
          <ac:chgData name="Rishi Mishra" userId="02c04302028271a0" providerId="LiveId" clId="{16C8BB5C-A86B-4F5B-99D8-01BA42DB1051}" dt="2026-02-22T11:45:22.483" v="1410" actId="931"/>
          <ac:spMkLst>
            <pc:docMk/>
            <pc:sldMk cId="2542027616" sldId="270"/>
            <ac:spMk id="4" creationId="{919ADD18-CC39-4EB7-9B51-0BE76ACFAB10}"/>
          </ac:spMkLst>
        </pc:spChg>
        <pc:picChg chg="add mod">
          <ac:chgData name="Rishi Mishra" userId="02c04302028271a0" providerId="LiveId" clId="{16C8BB5C-A86B-4F5B-99D8-01BA42DB1051}" dt="2026-02-22T11:45:37.024" v="1413" actId="1076"/>
          <ac:picMkLst>
            <pc:docMk/>
            <pc:sldMk cId="2542027616" sldId="270"/>
            <ac:picMk id="6" creationId="{B7016EE9-4BEB-4F8E-9118-37F32C4C9DAE}"/>
          </ac:picMkLst>
        </pc:picChg>
        <pc:picChg chg="add mod">
          <ac:chgData name="Rishi Mishra" userId="02c04302028271a0" providerId="LiveId" clId="{16C8BB5C-A86B-4F5B-99D8-01BA42DB1051}" dt="2026-03-08T08:16:22.084" v="3290" actId="1076"/>
          <ac:picMkLst>
            <pc:docMk/>
            <pc:sldMk cId="2542027616" sldId="270"/>
            <ac:picMk id="7170" creationId="{FC2E478F-DC75-4A43-9790-EABC160DF964}"/>
          </ac:picMkLst>
        </pc:picChg>
      </pc:sldChg>
      <pc:sldChg chg="modSp new add">
        <pc:chgData name="Rishi Mishra" userId="02c04302028271a0" providerId="LiveId" clId="{16C8BB5C-A86B-4F5B-99D8-01BA42DB1051}" dt="2026-02-22T12:24:47.717" v="3181" actId="115"/>
        <pc:sldMkLst>
          <pc:docMk/>
          <pc:sldMk cId="2248908611" sldId="271"/>
        </pc:sldMkLst>
        <pc:spChg chg="mod">
          <ac:chgData name="Rishi Mishra" userId="02c04302028271a0" providerId="LiveId" clId="{16C8BB5C-A86B-4F5B-99D8-01BA42DB1051}" dt="2026-02-22T12:24:47.717" v="3181" actId="115"/>
          <ac:spMkLst>
            <pc:docMk/>
            <pc:sldMk cId="2248908611" sldId="271"/>
            <ac:spMk id="2" creationId="{CA383894-A3CD-4E32-A114-34E832560DA7}"/>
          </ac:spMkLst>
        </pc:spChg>
        <pc:spChg chg="mod">
          <ac:chgData name="Rishi Mishra" userId="02c04302028271a0" providerId="LiveId" clId="{16C8BB5C-A86B-4F5B-99D8-01BA42DB1051}" dt="2026-02-22T12:05:17.366" v="2408" actId="20577"/>
          <ac:spMkLst>
            <pc:docMk/>
            <pc:sldMk cId="2248908611" sldId="271"/>
            <ac:spMk id="3" creationId="{B9EEEF4F-6ADF-4A89-B372-186E9B286D4E}"/>
          </ac:spMkLst>
        </pc:spChg>
      </pc:sldChg>
      <pc:sldChg chg="modSp new add">
        <pc:chgData name="Rishi Mishra" userId="02c04302028271a0" providerId="LiveId" clId="{16C8BB5C-A86B-4F5B-99D8-01BA42DB1051}" dt="2026-02-22T12:24:59.337" v="3182" actId="115"/>
        <pc:sldMkLst>
          <pc:docMk/>
          <pc:sldMk cId="2317921907" sldId="272"/>
        </pc:sldMkLst>
        <pc:spChg chg="mod">
          <ac:chgData name="Rishi Mishra" userId="02c04302028271a0" providerId="LiveId" clId="{16C8BB5C-A86B-4F5B-99D8-01BA42DB1051}" dt="2026-02-22T12:24:59.337" v="3182" actId="115"/>
          <ac:spMkLst>
            <pc:docMk/>
            <pc:sldMk cId="2317921907" sldId="272"/>
            <ac:spMk id="2" creationId="{EF85DF76-9EDB-4F10-9214-10D3C4A19A21}"/>
          </ac:spMkLst>
        </pc:spChg>
        <pc:spChg chg="mod">
          <ac:chgData name="Rishi Mishra" userId="02c04302028271a0" providerId="LiveId" clId="{16C8BB5C-A86B-4F5B-99D8-01BA42DB1051}" dt="2026-02-22T12:12:36.143" v="2771" actId="5793"/>
          <ac:spMkLst>
            <pc:docMk/>
            <pc:sldMk cId="2317921907" sldId="272"/>
            <ac:spMk id="3" creationId="{82D081BD-DB4E-4E38-846B-621AAA2EB043}"/>
          </ac:spMkLst>
        </pc:spChg>
      </pc:sldChg>
      <pc:sldChg chg="modSp new add">
        <pc:chgData name="Rishi Mishra" userId="02c04302028271a0" providerId="LiveId" clId="{16C8BB5C-A86B-4F5B-99D8-01BA42DB1051}" dt="2026-02-22T12:25:44.413" v="3185" actId="14100"/>
        <pc:sldMkLst>
          <pc:docMk/>
          <pc:sldMk cId="4084987377" sldId="273"/>
        </pc:sldMkLst>
        <pc:spChg chg="mod">
          <ac:chgData name="Rishi Mishra" userId="02c04302028271a0" providerId="LiveId" clId="{16C8BB5C-A86B-4F5B-99D8-01BA42DB1051}" dt="2026-02-22T12:25:10.942" v="3183" actId="115"/>
          <ac:spMkLst>
            <pc:docMk/>
            <pc:sldMk cId="4084987377" sldId="273"/>
            <ac:spMk id="2" creationId="{53D3243F-14BB-491F-B412-AE22639BE29C}"/>
          </ac:spMkLst>
        </pc:spChg>
        <pc:spChg chg="mod">
          <ac:chgData name="Rishi Mishra" userId="02c04302028271a0" providerId="LiveId" clId="{16C8BB5C-A86B-4F5B-99D8-01BA42DB1051}" dt="2026-02-22T12:25:44.413" v="3185" actId="14100"/>
          <ac:spMkLst>
            <pc:docMk/>
            <pc:sldMk cId="4084987377" sldId="273"/>
            <ac:spMk id="3" creationId="{EA4D5A5B-F595-468C-B3B4-5CB710C5632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1FA294C-702B-478A-9C6E-83897CC8F9FF}" type="datetimeFigureOut">
              <a:rPr lang="en-US" smtClean="0"/>
              <a:t>3/7/2026</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D78680E-26AF-4B01-B911-F60E652C9BAF}" type="slidenum">
              <a:rPr lang="en-US" smtClean="0"/>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186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2577492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D78680E-26AF-4B01-B911-F60E652C9BAF}" type="slidenum">
              <a:rPr lang="en-US" smtClean="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7189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1722187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335536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3524111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3019613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2841147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204511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2242916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FA294C-702B-478A-9C6E-83897CC8F9FF}" type="datetimeFigureOut">
              <a:rPr lang="en-US" smtClean="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D78680E-26AF-4B01-B911-F60E652C9BAF}" type="slidenum">
              <a:rPr lang="en-US" smtClean="0"/>
              <a:t>‹#›</a:t>
            </a:fld>
            <a:endParaRPr lang="en-US" dirty="0"/>
          </a:p>
        </p:txBody>
      </p:sp>
    </p:spTree>
    <p:extLst>
      <p:ext uri="{BB962C8B-B14F-4D97-AF65-F5344CB8AC3E}">
        <p14:creationId xmlns:p14="http://schemas.microsoft.com/office/powerpoint/2010/main" val="1353304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11FA294C-702B-478A-9C6E-83897CC8F9FF}" type="datetimeFigureOut">
              <a:rPr lang="en-US" smtClean="0"/>
              <a:t>3/7/2026</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D78680E-26AF-4B01-B911-F60E652C9BAF}" type="slidenum">
              <a:rPr lang="en-US" smtClean="0"/>
              <a:t>‹#›</a:t>
            </a:fld>
            <a:endParaRPr lang="en-US" dirty="0"/>
          </a:p>
        </p:txBody>
      </p:sp>
    </p:spTree>
    <p:extLst>
      <p:ext uri="{BB962C8B-B14F-4D97-AF65-F5344CB8AC3E}">
        <p14:creationId xmlns:p14="http://schemas.microsoft.com/office/powerpoint/2010/main" val="34071632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97BA-9246-415E-A12B-75DB86A27268}"/>
              </a:ext>
            </a:extLst>
          </p:cNvPr>
          <p:cNvSpPr>
            <a:spLocks noGrp="1"/>
          </p:cNvSpPr>
          <p:nvPr>
            <p:ph type="ctrTitle"/>
          </p:nvPr>
        </p:nvSpPr>
        <p:spPr>
          <a:xfrm>
            <a:off x="1109980" y="1600200"/>
            <a:ext cx="9966960" cy="2208255"/>
          </a:xfrm>
        </p:spPr>
        <p:txBody>
          <a:bodyPr/>
          <a:lstStyle/>
          <a:p>
            <a:r>
              <a:rPr lang="en-US" dirty="0"/>
              <a:t>Hotel Reservations</a:t>
            </a:r>
          </a:p>
        </p:txBody>
      </p:sp>
      <p:sp>
        <p:nvSpPr>
          <p:cNvPr id="3" name="Subtitle 2">
            <a:extLst>
              <a:ext uri="{FF2B5EF4-FFF2-40B4-BE49-F238E27FC236}">
                <a16:creationId xmlns:a16="http://schemas.microsoft.com/office/drawing/2014/main" id="{08AB8138-E664-4244-8384-CECF6BD8591F}"/>
              </a:ext>
            </a:extLst>
          </p:cNvPr>
          <p:cNvSpPr>
            <a:spLocks noGrp="1"/>
          </p:cNvSpPr>
          <p:nvPr>
            <p:ph type="subTitle" idx="1"/>
          </p:nvPr>
        </p:nvSpPr>
        <p:spPr>
          <a:xfrm>
            <a:off x="1709530" y="4281464"/>
            <a:ext cx="8767860" cy="976335"/>
          </a:xfrm>
        </p:spPr>
        <p:txBody>
          <a:bodyPr/>
          <a:lstStyle/>
          <a:p>
            <a:r>
              <a:rPr lang="en-US" dirty="0"/>
              <a:t>Presented By - RISHI MISHRA</a:t>
            </a:r>
          </a:p>
          <a:p>
            <a:endParaRPr lang="en-US" dirty="0"/>
          </a:p>
          <a:p>
            <a:endParaRPr lang="en-US" dirty="0"/>
          </a:p>
          <a:p>
            <a:endParaRPr lang="en-US" dirty="0"/>
          </a:p>
        </p:txBody>
      </p:sp>
      <p:pic>
        <p:nvPicPr>
          <p:cNvPr id="8194" name="Picture 2" descr="Hotel Logo Maker">
            <a:extLst>
              <a:ext uri="{FF2B5EF4-FFF2-40B4-BE49-F238E27FC236}">
                <a16:creationId xmlns:a16="http://schemas.microsoft.com/office/drawing/2014/main" id="{AF07DBC4-4001-4F97-8D78-A77887BFC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3130" y="409368"/>
            <a:ext cx="3326295" cy="1657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358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2B8CA-D896-4626-AF1D-22F49C6F5DDC}"/>
              </a:ext>
            </a:extLst>
          </p:cNvPr>
          <p:cNvSpPr>
            <a:spLocks noGrp="1"/>
          </p:cNvSpPr>
          <p:nvPr>
            <p:ph type="title"/>
          </p:nvPr>
        </p:nvSpPr>
        <p:spPr/>
        <p:txBody>
          <a:bodyPr/>
          <a:lstStyle/>
          <a:p>
            <a:r>
              <a:rPr lang="en-US" u="sng" dirty="0"/>
              <a:t>Problem Statement </a:t>
            </a:r>
          </a:p>
        </p:txBody>
      </p:sp>
      <p:sp>
        <p:nvSpPr>
          <p:cNvPr id="3" name="Content Placeholder 2">
            <a:extLst>
              <a:ext uri="{FF2B5EF4-FFF2-40B4-BE49-F238E27FC236}">
                <a16:creationId xmlns:a16="http://schemas.microsoft.com/office/drawing/2014/main" id="{84FE19A1-0E44-4425-9A70-33ED29739CF8}"/>
              </a:ext>
            </a:extLst>
          </p:cNvPr>
          <p:cNvSpPr>
            <a:spLocks noGrp="1"/>
          </p:cNvSpPr>
          <p:nvPr>
            <p:ph idx="1"/>
          </p:nvPr>
        </p:nvSpPr>
        <p:spPr>
          <a:xfrm>
            <a:off x="1143000" y="1828800"/>
            <a:ext cx="9872871" cy="4267200"/>
          </a:xfrm>
        </p:spPr>
        <p:txBody>
          <a:bodyPr/>
          <a:lstStyle/>
          <a:p>
            <a:r>
              <a:rPr lang="en-US" dirty="0"/>
              <a:t>Hotel Reservation Data from 2017-2018 which helps us to get large volume of  data. Including adults and children reservations, car parking and meal type options, number of repeat customers and cancellations.</a:t>
            </a:r>
          </a:p>
          <a:p>
            <a:pPr marL="45720" indent="0">
              <a:buNone/>
            </a:pPr>
            <a:endParaRPr lang="en-US" dirty="0"/>
          </a:p>
          <a:p>
            <a:r>
              <a:rPr lang="en-US" dirty="0"/>
              <a:t>To create a Excel dashboard to generate insights from the data set. Dashboard is required to organize and visualize data.</a:t>
            </a:r>
          </a:p>
          <a:p>
            <a:endParaRPr lang="en-US" dirty="0"/>
          </a:p>
          <a:p>
            <a:r>
              <a:rPr lang="en-US" dirty="0"/>
              <a:t>To help the management decide for the improvement in the business model. Dashboard should provide insights for growth and management. </a:t>
            </a:r>
          </a:p>
          <a:p>
            <a:endParaRPr lang="en-US" dirty="0"/>
          </a:p>
          <a:p>
            <a:endParaRPr lang="en-US" dirty="0"/>
          </a:p>
        </p:txBody>
      </p:sp>
    </p:spTree>
    <p:extLst>
      <p:ext uri="{BB962C8B-B14F-4D97-AF65-F5344CB8AC3E}">
        <p14:creationId xmlns:p14="http://schemas.microsoft.com/office/powerpoint/2010/main" val="431386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57EE7-B5B9-4F91-8078-43B94C9D4083}"/>
              </a:ext>
            </a:extLst>
          </p:cNvPr>
          <p:cNvSpPr>
            <a:spLocks noGrp="1"/>
          </p:cNvSpPr>
          <p:nvPr>
            <p:ph type="title"/>
          </p:nvPr>
        </p:nvSpPr>
        <p:spPr>
          <a:xfrm>
            <a:off x="1143000" y="437322"/>
            <a:ext cx="9875520" cy="1166191"/>
          </a:xfrm>
        </p:spPr>
        <p:txBody>
          <a:bodyPr/>
          <a:lstStyle/>
          <a:p>
            <a:r>
              <a:rPr lang="en-US" u="sng" dirty="0"/>
              <a:t>Overview</a:t>
            </a:r>
          </a:p>
        </p:txBody>
      </p:sp>
      <p:sp>
        <p:nvSpPr>
          <p:cNvPr id="3" name="Content Placeholder 2">
            <a:extLst>
              <a:ext uri="{FF2B5EF4-FFF2-40B4-BE49-F238E27FC236}">
                <a16:creationId xmlns:a16="http://schemas.microsoft.com/office/drawing/2014/main" id="{4968B5A4-263E-440D-828B-1554B9B605A7}"/>
              </a:ext>
            </a:extLst>
          </p:cNvPr>
          <p:cNvSpPr>
            <a:spLocks noGrp="1"/>
          </p:cNvSpPr>
          <p:nvPr>
            <p:ph idx="1"/>
          </p:nvPr>
        </p:nvSpPr>
        <p:spPr>
          <a:xfrm>
            <a:off x="1143000" y="1709530"/>
            <a:ext cx="9872871" cy="4386470"/>
          </a:xfrm>
        </p:spPr>
        <p:txBody>
          <a:bodyPr>
            <a:normAutofit/>
          </a:bodyPr>
          <a:lstStyle/>
          <a:p>
            <a:r>
              <a:rPr lang="en-US" sz="2400" dirty="0"/>
              <a:t>To see the total number of reservation in the last two years and total number of guest accommodated in the hotel.</a:t>
            </a:r>
          </a:p>
          <a:p>
            <a:r>
              <a:rPr lang="en-US" sz="2400" dirty="0"/>
              <a:t>Understand the reservation made by families with the head count. And track the repeat customers we have had in last couple of years. </a:t>
            </a:r>
          </a:p>
          <a:p>
            <a:r>
              <a:rPr lang="en-US" sz="2400" dirty="0"/>
              <a:t> Track which market segment has provided the  best outcomes and check which month  in 2018 was the best for the hotel. </a:t>
            </a:r>
          </a:p>
          <a:p>
            <a:r>
              <a:rPr lang="en-US" sz="2400" dirty="0"/>
              <a:t>Check the total of special guest have booked and cancelled the stay. Also check the overall cancellation hotel has had and the impact  of the cancellation on the meal, room type  and parking.  </a:t>
            </a:r>
          </a:p>
        </p:txBody>
      </p:sp>
    </p:spTree>
    <p:extLst>
      <p:ext uri="{BB962C8B-B14F-4D97-AF65-F5344CB8AC3E}">
        <p14:creationId xmlns:p14="http://schemas.microsoft.com/office/powerpoint/2010/main" val="260040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A4F99-3537-4A26-8786-31E3F37CF05F}"/>
              </a:ext>
            </a:extLst>
          </p:cNvPr>
          <p:cNvSpPr>
            <a:spLocks noGrp="1"/>
          </p:cNvSpPr>
          <p:nvPr>
            <p:ph type="title"/>
          </p:nvPr>
        </p:nvSpPr>
        <p:spPr/>
        <p:txBody>
          <a:bodyPr/>
          <a:lstStyle/>
          <a:p>
            <a:r>
              <a:rPr lang="en-US" u="sng" dirty="0"/>
              <a:t>Who will use the dashboard?</a:t>
            </a:r>
          </a:p>
        </p:txBody>
      </p:sp>
      <p:sp>
        <p:nvSpPr>
          <p:cNvPr id="3" name="Content Placeholder 2">
            <a:extLst>
              <a:ext uri="{FF2B5EF4-FFF2-40B4-BE49-F238E27FC236}">
                <a16:creationId xmlns:a16="http://schemas.microsoft.com/office/drawing/2014/main" id="{2DACDE6D-9450-4D87-9CD5-E16082E4A314}"/>
              </a:ext>
            </a:extLst>
          </p:cNvPr>
          <p:cNvSpPr>
            <a:spLocks noGrp="1"/>
          </p:cNvSpPr>
          <p:nvPr>
            <p:ph idx="1"/>
          </p:nvPr>
        </p:nvSpPr>
        <p:spPr/>
        <p:txBody>
          <a:bodyPr>
            <a:normAutofit/>
          </a:bodyPr>
          <a:lstStyle/>
          <a:p>
            <a:r>
              <a:rPr lang="en-US" sz="3200" dirty="0"/>
              <a:t>Hotel Manager or the management team head. </a:t>
            </a:r>
          </a:p>
          <a:p>
            <a:r>
              <a:rPr lang="en-US" sz="3200" dirty="0"/>
              <a:t>Business analyst. </a:t>
            </a:r>
          </a:p>
          <a:p>
            <a:r>
              <a:rPr lang="en-US" sz="3200" dirty="0"/>
              <a:t>Owner of the hotel.</a:t>
            </a:r>
          </a:p>
          <a:p>
            <a:endParaRPr lang="en-US" sz="3200" dirty="0"/>
          </a:p>
        </p:txBody>
      </p:sp>
    </p:spTree>
    <p:extLst>
      <p:ext uri="{BB962C8B-B14F-4D97-AF65-F5344CB8AC3E}">
        <p14:creationId xmlns:p14="http://schemas.microsoft.com/office/powerpoint/2010/main" val="1497213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585F-4C90-4834-B29E-9DFCB81A1BFB}"/>
              </a:ext>
            </a:extLst>
          </p:cNvPr>
          <p:cNvSpPr>
            <a:spLocks noGrp="1"/>
          </p:cNvSpPr>
          <p:nvPr>
            <p:ph type="title"/>
          </p:nvPr>
        </p:nvSpPr>
        <p:spPr/>
        <p:txBody>
          <a:bodyPr/>
          <a:lstStyle/>
          <a:p>
            <a:r>
              <a:rPr lang="en-US" u="sng" dirty="0"/>
              <a:t>Data Overview</a:t>
            </a:r>
          </a:p>
        </p:txBody>
      </p:sp>
      <p:sp>
        <p:nvSpPr>
          <p:cNvPr id="3" name="Content Placeholder 2">
            <a:extLst>
              <a:ext uri="{FF2B5EF4-FFF2-40B4-BE49-F238E27FC236}">
                <a16:creationId xmlns:a16="http://schemas.microsoft.com/office/drawing/2014/main" id="{49C1E03A-B62B-4166-9D50-143BCCB38868}"/>
              </a:ext>
            </a:extLst>
          </p:cNvPr>
          <p:cNvSpPr>
            <a:spLocks noGrp="1"/>
          </p:cNvSpPr>
          <p:nvPr>
            <p:ph idx="1"/>
          </p:nvPr>
        </p:nvSpPr>
        <p:spPr/>
        <p:txBody>
          <a:bodyPr/>
          <a:lstStyle/>
          <a:p>
            <a:r>
              <a:rPr lang="en-US" sz="2400" dirty="0"/>
              <a:t>Data Source -  Kaggle</a:t>
            </a:r>
          </a:p>
          <a:p>
            <a:r>
              <a:rPr lang="en-US" sz="2400" dirty="0"/>
              <a:t>Data Size – Rows : 36,725  And Column : 20</a:t>
            </a:r>
          </a:p>
          <a:p>
            <a:r>
              <a:rPr lang="en-US" sz="2400" dirty="0"/>
              <a:t>Key fields - Booking_ID, Total_Adults, Total_Children, Family, type_of_meal_plan , required_car_parking_space , room_type_reserved , arrival_year , market_segment_type , repeated_guest , no_of_special_requests , booking_status .</a:t>
            </a:r>
          </a:p>
          <a:p>
            <a:endParaRPr lang="en-US" dirty="0"/>
          </a:p>
        </p:txBody>
      </p:sp>
    </p:spTree>
    <p:extLst>
      <p:ext uri="{BB962C8B-B14F-4D97-AF65-F5344CB8AC3E}">
        <p14:creationId xmlns:p14="http://schemas.microsoft.com/office/powerpoint/2010/main" val="3099346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44AF8-C432-474B-8AFA-0A5329E79DD4}"/>
              </a:ext>
            </a:extLst>
          </p:cNvPr>
          <p:cNvSpPr>
            <a:spLocks noGrp="1"/>
          </p:cNvSpPr>
          <p:nvPr>
            <p:ph type="title"/>
          </p:nvPr>
        </p:nvSpPr>
        <p:spPr/>
        <p:txBody>
          <a:bodyPr/>
          <a:lstStyle/>
          <a:p>
            <a:r>
              <a:rPr lang="en-US" u="sng" dirty="0"/>
              <a:t>Dashboard  Design</a:t>
            </a:r>
          </a:p>
        </p:txBody>
      </p:sp>
      <p:sp>
        <p:nvSpPr>
          <p:cNvPr id="3" name="Content Placeholder 2">
            <a:extLst>
              <a:ext uri="{FF2B5EF4-FFF2-40B4-BE49-F238E27FC236}">
                <a16:creationId xmlns:a16="http://schemas.microsoft.com/office/drawing/2014/main" id="{B63EE7F1-7CD6-48AC-A768-22FCB0A6B42B}"/>
              </a:ext>
            </a:extLst>
          </p:cNvPr>
          <p:cNvSpPr>
            <a:spLocks noGrp="1"/>
          </p:cNvSpPr>
          <p:nvPr>
            <p:ph idx="1"/>
          </p:nvPr>
        </p:nvSpPr>
        <p:spPr/>
        <p:txBody>
          <a:bodyPr/>
          <a:lstStyle/>
          <a:p>
            <a:r>
              <a:rPr lang="en-US" dirty="0"/>
              <a:t>Pie chart – Total  bookings over the years and car parking space </a:t>
            </a:r>
          </a:p>
          <a:p>
            <a:r>
              <a:rPr lang="en-US" dirty="0"/>
              <a:t>Clustered Column- Cancellation with meal type and total guest accommodate</a:t>
            </a:r>
          </a:p>
          <a:p>
            <a:r>
              <a:rPr lang="en-US" dirty="0"/>
              <a:t>Clustered Bar- Cancellation with room type, repeat customers and market segment.</a:t>
            </a:r>
          </a:p>
          <a:p>
            <a:r>
              <a:rPr lang="en-US" dirty="0"/>
              <a:t>Area Chart – Month wise performance of  2018</a:t>
            </a:r>
          </a:p>
          <a:p>
            <a:r>
              <a:rPr lang="en-US" dirty="0"/>
              <a:t>Stacked Column- Family  count </a:t>
            </a:r>
          </a:p>
          <a:p>
            <a:endParaRPr lang="en-US" dirty="0"/>
          </a:p>
        </p:txBody>
      </p:sp>
    </p:spTree>
    <p:extLst>
      <p:ext uri="{BB962C8B-B14F-4D97-AF65-F5344CB8AC3E}">
        <p14:creationId xmlns:p14="http://schemas.microsoft.com/office/powerpoint/2010/main" val="1405498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5C74EF-9322-4781-A68E-D7F7064F02CE}"/>
              </a:ext>
            </a:extLst>
          </p:cNvPr>
          <p:cNvSpPr>
            <a:spLocks noGrp="1"/>
          </p:cNvSpPr>
          <p:nvPr>
            <p:ph type="title"/>
          </p:nvPr>
        </p:nvSpPr>
        <p:spPr/>
        <p:txBody>
          <a:bodyPr/>
          <a:lstStyle/>
          <a:p>
            <a:r>
              <a:rPr lang="en-US" u="sng" dirty="0"/>
              <a:t>Key Insights </a:t>
            </a:r>
          </a:p>
        </p:txBody>
      </p:sp>
      <p:sp>
        <p:nvSpPr>
          <p:cNvPr id="5" name="Content Placeholder 4">
            <a:extLst>
              <a:ext uri="{FF2B5EF4-FFF2-40B4-BE49-F238E27FC236}">
                <a16:creationId xmlns:a16="http://schemas.microsoft.com/office/drawing/2014/main" id="{E862477D-3F11-4FF7-AB80-7998E3CE2CDC}"/>
              </a:ext>
            </a:extLst>
          </p:cNvPr>
          <p:cNvSpPr>
            <a:spLocks noGrp="1"/>
          </p:cNvSpPr>
          <p:nvPr>
            <p:ph sz="half" idx="1"/>
          </p:nvPr>
        </p:nvSpPr>
        <p:spPr/>
        <p:txBody>
          <a:bodyPr/>
          <a:lstStyle/>
          <a:p>
            <a:r>
              <a:rPr lang="en-US" dirty="0"/>
              <a:t>We can see that the majority of  the bookings (82%) received is for the year 2018. </a:t>
            </a:r>
          </a:p>
        </p:txBody>
      </p:sp>
      <p:pic>
        <p:nvPicPr>
          <p:cNvPr id="13" name="Content Placeholder 12">
            <a:extLst>
              <a:ext uri="{FF2B5EF4-FFF2-40B4-BE49-F238E27FC236}">
                <a16:creationId xmlns:a16="http://schemas.microsoft.com/office/drawing/2014/main" id="{9C71CA41-1D6D-4240-A298-BDE4E0B9C0B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25154" y="1965961"/>
            <a:ext cx="5271715" cy="3202388"/>
          </a:xfrm>
        </p:spPr>
      </p:pic>
    </p:spTree>
    <p:extLst>
      <p:ext uri="{BB962C8B-B14F-4D97-AF65-F5344CB8AC3E}">
        <p14:creationId xmlns:p14="http://schemas.microsoft.com/office/powerpoint/2010/main" val="40808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D8DE7-8D22-4079-9190-9F0F54F1BAB5}"/>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DDF98D00-80E7-4103-A066-4FD638AC27FF}"/>
              </a:ext>
            </a:extLst>
          </p:cNvPr>
          <p:cNvSpPr>
            <a:spLocks noGrp="1"/>
          </p:cNvSpPr>
          <p:nvPr>
            <p:ph sz="half" idx="1"/>
          </p:nvPr>
        </p:nvSpPr>
        <p:spPr/>
        <p:txBody>
          <a:bodyPr/>
          <a:lstStyle/>
          <a:p>
            <a:r>
              <a:rPr lang="en-US" dirty="0"/>
              <a:t>Hotel as accommodated a total of  58,887 guest from which we have shown the count of Adults and Children's. </a:t>
            </a:r>
          </a:p>
        </p:txBody>
      </p:sp>
      <p:pic>
        <p:nvPicPr>
          <p:cNvPr id="6" name="Content Placeholder 5">
            <a:extLst>
              <a:ext uri="{FF2B5EF4-FFF2-40B4-BE49-F238E27FC236}">
                <a16:creationId xmlns:a16="http://schemas.microsoft.com/office/drawing/2014/main" id="{EB4EE973-08FB-414C-B447-3A025AAF9E9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97880" y="1093298"/>
            <a:ext cx="5353215" cy="45656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654085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08804-273D-4A3B-969B-6206EB35BE3E}"/>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2EF7EC4A-966A-4708-8B4A-B2AD8B2230FC}"/>
              </a:ext>
            </a:extLst>
          </p:cNvPr>
          <p:cNvSpPr>
            <a:spLocks noGrp="1"/>
          </p:cNvSpPr>
          <p:nvPr>
            <p:ph sz="half" idx="1"/>
          </p:nvPr>
        </p:nvSpPr>
        <p:spPr/>
        <p:txBody>
          <a:bodyPr/>
          <a:lstStyle/>
          <a:p>
            <a:r>
              <a:rPr lang="en-US" dirty="0"/>
              <a:t>As  per the  data we see that when we have a family reservation, often the count of  guest is  between 2 to 5. </a:t>
            </a:r>
          </a:p>
        </p:txBody>
      </p:sp>
      <p:pic>
        <p:nvPicPr>
          <p:cNvPr id="6" name="Content Placeholder 5">
            <a:extLst>
              <a:ext uri="{FF2B5EF4-FFF2-40B4-BE49-F238E27FC236}">
                <a16:creationId xmlns:a16="http://schemas.microsoft.com/office/drawing/2014/main" id="{986E9EBA-57D1-405A-9B2B-263B2777D4F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94123" y="1457739"/>
            <a:ext cx="4241586" cy="3854209"/>
          </a:xfrm>
        </p:spPr>
      </p:pic>
      <p:pic>
        <p:nvPicPr>
          <p:cNvPr id="1026" name="Picture 2" descr="Many Children Happy Family Group and Sunrise Sky Silhouettes. Stock Vector  - Illustration of people, parents: 110830985">
            <a:extLst>
              <a:ext uri="{FF2B5EF4-FFF2-40B4-BE49-F238E27FC236}">
                <a16:creationId xmlns:a16="http://schemas.microsoft.com/office/drawing/2014/main" id="{DD4B5B87-62A8-481A-A967-6DB489CFBB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113" y="3538329"/>
            <a:ext cx="3810000" cy="271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037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9BF6C-595A-4FFF-8778-2A0859460FD4}"/>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604372DE-5DFE-4562-8F73-C45C88522716}"/>
              </a:ext>
            </a:extLst>
          </p:cNvPr>
          <p:cNvSpPr>
            <a:spLocks noGrp="1"/>
          </p:cNvSpPr>
          <p:nvPr>
            <p:ph sz="half" idx="1"/>
          </p:nvPr>
        </p:nvSpPr>
        <p:spPr/>
        <p:txBody>
          <a:bodyPr/>
          <a:lstStyle/>
          <a:p>
            <a:r>
              <a:rPr lang="en-US" dirty="0"/>
              <a:t>We see that we have a growth in the number of repeat  customers. </a:t>
            </a:r>
          </a:p>
          <a:p>
            <a:r>
              <a:rPr lang="en-US" dirty="0"/>
              <a:t>Repeat customers shows the trust in the brand and helps in engaging more loyal guest. </a:t>
            </a:r>
          </a:p>
          <a:p>
            <a:pPr marL="45720" indent="0">
              <a:buNone/>
            </a:pPr>
            <a:endParaRPr lang="en-US" dirty="0"/>
          </a:p>
        </p:txBody>
      </p:sp>
      <p:pic>
        <p:nvPicPr>
          <p:cNvPr id="6" name="Content Placeholder 5">
            <a:extLst>
              <a:ext uri="{FF2B5EF4-FFF2-40B4-BE49-F238E27FC236}">
                <a16:creationId xmlns:a16="http://schemas.microsoft.com/office/drawing/2014/main" id="{10D75581-ED41-4CF6-BD53-86EE8B4ECB5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94122" y="1828800"/>
            <a:ext cx="4724398" cy="3059227"/>
          </a:xfrm>
        </p:spPr>
      </p:pic>
      <p:pic>
        <p:nvPicPr>
          <p:cNvPr id="2050" name="Picture 2" descr="Repeat Customer: behind the scenes of great #CX">
            <a:extLst>
              <a:ext uri="{FF2B5EF4-FFF2-40B4-BE49-F238E27FC236}">
                <a16:creationId xmlns:a16="http://schemas.microsoft.com/office/drawing/2014/main" id="{05AEC554-BF40-4F25-948F-97C8C76E1D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935" y="4069079"/>
            <a:ext cx="4510709" cy="2214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00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7782F-2BF4-4B34-AB32-9D6EAC34CD53}"/>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68C6C4C6-304C-4012-8B3F-65F1A9C74D54}"/>
              </a:ext>
            </a:extLst>
          </p:cNvPr>
          <p:cNvSpPr>
            <a:spLocks noGrp="1"/>
          </p:cNvSpPr>
          <p:nvPr>
            <p:ph sz="half" idx="1"/>
          </p:nvPr>
        </p:nvSpPr>
        <p:spPr/>
        <p:txBody>
          <a:bodyPr/>
          <a:lstStyle/>
          <a:p>
            <a:r>
              <a:rPr lang="en-US" dirty="0"/>
              <a:t>When we talk about the market segment we see that the majority of the attraction has been provided by online and offline segment.</a:t>
            </a:r>
          </a:p>
        </p:txBody>
      </p:sp>
      <p:pic>
        <p:nvPicPr>
          <p:cNvPr id="6" name="Content Placeholder 5">
            <a:extLst>
              <a:ext uri="{FF2B5EF4-FFF2-40B4-BE49-F238E27FC236}">
                <a16:creationId xmlns:a16="http://schemas.microsoft.com/office/drawing/2014/main" id="{D92F618E-5B35-4D90-BD5B-9B692EDFC98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97880" y="1484244"/>
            <a:ext cx="5684520" cy="3618126"/>
          </a:xfrm>
        </p:spPr>
      </p:pic>
      <p:pic>
        <p:nvPicPr>
          <p:cNvPr id="3074" name="Picture 2" descr="Marketing Strategy - Overview, How to Develop, 4 P's">
            <a:extLst>
              <a:ext uri="{FF2B5EF4-FFF2-40B4-BE49-F238E27FC236}">
                <a16:creationId xmlns:a16="http://schemas.microsoft.com/office/drawing/2014/main" id="{AD53D977-9224-4F53-B17E-9F43A7085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069079"/>
            <a:ext cx="3468757"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208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D52D6-2B87-4CCF-9BAD-3C3BA93C1548}"/>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813799C1-AE4B-468E-961D-84398E35C55E}"/>
              </a:ext>
            </a:extLst>
          </p:cNvPr>
          <p:cNvSpPr>
            <a:spLocks noGrp="1"/>
          </p:cNvSpPr>
          <p:nvPr>
            <p:ph sz="half" idx="1"/>
          </p:nvPr>
        </p:nvSpPr>
        <p:spPr>
          <a:xfrm>
            <a:off x="1143000" y="1789043"/>
            <a:ext cx="4201111" cy="4291716"/>
          </a:xfrm>
        </p:spPr>
        <p:txBody>
          <a:bodyPr/>
          <a:lstStyle/>
          <a:p>
            <a:r>
              <a:rPr lang="en-US" dirty="0"/>
              <a:t>We have seen ups and downs in the year 2018 and we see that the month from April till the end of the year, the reservations number are quite stable. </a:t>
            </a:r>
          </a:p>
        </p:txBody>
      </p:sp>
      <p:pic>
        <p:nvPicPr>
          <p:cNvPr id="6" name="Content Placeholder 5">
            <a:extLst>
              <a:ext uri="{FF2B5EF4-FFF2-40B4-BE49-F238E27FC236}">
                <a16:creationId xmlns:a16="http://schemas.microsoft.com/office/drawing/2014/main" id="{3754291E-F22B-4DB0-82B4-8980161FF69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44111" y="1431236"/>
            <a:ext cx="6291297" cy="3956924"/>
          </a:xfrm>
        </p:spPr>
      </p:pic>
      <p:pic>
        <p:nvPicPr>
          <p:cNvPr id="4098" name="Picture 2" descr="Profit Per Month (@Profitpermonth) • Facebook">
            <a:extLst>
              <a:ext uri="{FF2B5EF4-FFF2-40B4-BE49-F238E27FC236}">
                <a16:creationId xmlns:a16="http://schemas.microsoft.com/office/drawing/2014/main" id="{026BDBF0-DCFE-467D-8D6D-E302C8075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8873" y="382047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051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FBA38-5487-404B-A210-2A4D5AC4426E}"/>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5865D11D-E364-46CB-AB68-DF6E61923FB6}"/>
              </a:ext>
            </a:extLst>
          </p:cNvPr>
          <p:cNvSpPr>
            <a:spLocks noGrp="1"/>
          </p:cNvSpPr>
          <p:nvPr>
            <p:ph sz="half" idx="1"/>
          </p:nvPr>
        </p:nvSpPr>
        <p:spPr>
          <a:xfrm>
            <a:off x="508159" y="1665921"/>
            <a:ext cx="4754880" cy="4023360"/>
          </a:xfrm>
        </p:spPr>
        <p:txBody>
          <a:bodyPr/>
          <a:lstStyle/>
          <a:p>
            <a:r>
              <a:rPr lang="en-US" dirty="0"/>
              <a:t>As the reservations was cancelled we  see that 10%  of the parking space was not  utilized . </a:t>
            </a:r>
          </a:p>
        </p:txBody>
      </p:sp>
      <p:pic>
        <p:nvPicPr>
          <p:cNvPr id="6" name="Content Placeholder 5">
            <a:extLst>
              <a:ext uri="{FF2B5EF4-FFF2-40B4-BE49-F238E27FC236}">
                <a16:creationId xmlns:a16="http://schemas.microsoft.com/office/drawing/2014/main" id="{1017D321-475F-41FA-AC76-53FAA8FD2C9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224503" y="2599007"/>
            <a:ext cx="5074920" cy="3344593"/>
          </a:xfrm>
        </p:spPr>
      </p:pic>
      <p:pic>
        <p:nvPicPr>
          <p:cNvPr id="5124" name="Picture 4" descr="Parking logo Images - Free Download on ...">
            <a:extLst>
              <a:ext uri="{FF2B5EF4-FFF2-40B4-BE49-F238E27FC236}">
                <a16:creationId xmlns:a16="http://schemas.microsoft.com/office/drawing/2014/main" id="{EEBC9B39-85CC-462A-A84A-85CB55AF06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917" y="59435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587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EDD8B-0550-4449-AC38-F3E62B2B4D30}"/>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150D9FE8-403C-4DEC-8DDA-2EFF9C296370}"/>
              </a:ext>
            </a:extLst>
          </p:cNvPr>
          <p:cNvSpPr>
            <a:spLocks noGrp="1"/>
          </p:cNvSpPr>
          <p:nvPr>
            <p:ph sz="half" idx="1"/>
          </p:nvPr>
        </p:nvSpPr>
        <p:spPr>
          <a:xfrm>
            <a:off x="742123" y="2057399"/>
            <a:ext cx="4465982" cy="4023360"/>
          </a:xfrm>
        </p:spPr>
        <p:txBody>
          <a:bodyPr/>
          <a:lstStyle/>
          <a:p>
            <a:r>
              <a:rPr lang="en-US" sz="2400" dirty="0"/>
              <a:t>We can check the room availability with the help of the chart.</a:t>
            </a:r>
          </a:p>
          <a:p>
            <a:endParaRPr lang="en-US" dirty="0"/>
          </a:p>
        </p:txBody>
      </p:sp>
      <p:pic>
        <p:nvPicPr>
          <p:cNvPr id="6" name="Content Placeholder 5">
            <a:extLst>
              <a:ext uri="{FF2B5EF4-FFF2-40B4-BE49-F238E27FC236}">
                <a16:creationId xmlns:a16="http://schemas.microsoft.com/office/drawing/2014/main" id="{6572D526-6D02-4F06-801D-E0CD5C3C41E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473148" y="609601"/>
            <a:ext cx="6096000" cy="5035770"/>
          </a:xfrm>
        </p:spPr>
      </p:pic>
      <p:pic>
        <p:nvPicPr>
          <p:cNvPr id="6146" name="Picture 2" descr="the-room - Logo Designs By manweljs">
            <a:extLst>
              <a:ext uri="{FF2B5EF4-FFF2-40B4-BE49-F238E27FC236}">
                <a16:creationId xmlns:a16="http://schemas.microsoft.com/office/drawing/2014/main" id="{A9A33994-10E5-49DA-9BDB-C328CE1A7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86" y="3752021"/>
            <a:ext cx="2766805"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46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1574D-FC47-419B-8A7F-5B337CFEB342}"/>
              </a:ext>
            </a:extLst>
          </p:cNvPr>
          <p:cNvSpPr>
            <a:spLocks noGrp="1"/>
          </p:cNvSpPr>
          <p:nvPr>
            <p:ph type="title"/>
          </p:nvPr>
        </p:nvSpPr>
        <p:spPr/>
        <p:txBody>
          <a:bodyPr/>
          <a:lstStyle/>
          <a:p>
            <a:r>
              <a:rPr lang="en-US" u="sng" dirty="0"/>
              <a:t>Key Insights</a:t>
            </a:r>
          </a:p>
        </p:txBody>
      </p:sp>
      <p:sp>
        <p:nvSpPr>
          <p:cNvPr id="3" name="Content Placeholder 2">
            <a:extLst>
              <a:ext uri="{FF2B5EF4-FFF2-40B4-BE49-F238E27FC236}">
                <a16:creationId xmlns:a16="http://schemas.microsoft.com/office/drawing/2014/main" id="{0AAA7E6D-B62C-418A-B98E-2EDA5C58A9C0}"/>
              </a:ext>
            </a:extLst>
          </p:cNvPr>
          <p:cNvSpPr>
            <a:spLocks noGrp="1"/>
          </p:cNvSpPr>
          <p:nvPr>
            <p:ph sz="half" idx="1"/>
          </p:nvPr>
        </p:nvSpPr>
        <p:spPr/>
        <p:txBody>
          <a:bodyPr/>
          <a:lstStyle/>
          <a:p>
            <a:r>
              <a:rPr lang="en-US" dirty="0"/>
              <a:t>We see </a:t>
            </a:r>
            <a:r>
              <a:rPr lang="en-US" sz="2800" dirty="0"/>
              <a:t>that</a:t>
            </a:r>
            <a:r>
              <a:rPr lang="en-US" dirty="0"/>
              <a:t> there is a  huge impact of reservation cancellation on the meal preparation. </a:t>
            </a:r>
          </a:p>
        </p:txBody>
      </p:sp>
      <p:pic>
        <p:nvPicPr>
          <p:cNvPr id="6" name="Content Placeholder 5">
            <a:extLst>
              <a:ext uri="{FF2B5EF4-FFF2-40B4-BE49-F238E27FC236}">
                <a16:creationId xmlns:a16="http://schemas.microsoft.com/office/drawing/2014/main" id="{B7016EE9-4BEB-4F8E-9118-37F32C4C9DA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80760" y="1157083"/>
            <a:ext cx="5098071" cy="4923676"/>
          </a:xfrm>
        </p:spPr>
      </p:pic>
      <p:pic>
        <p:nvPicPr>
          <p:cNvPr id="7170" name="Picture 2" descr="Bold, Colorful, It Company Logo Design for Meal Time by Ricardo Best |  Design #3031164">
            <a:extLst>
              <a:ext uri="{FF2B5EF4-FFF2-40B4-BE49-F238E27FC236}">
                <a16:creationId xmlns:a16="http://schemas.microsoft.com/office/drawing/2014/main" id="{FC2E478F-DC75-4A43-9790-EABC160DF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556" y="3608151"/>
            <a:ext cx="3061252" cy="2829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027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3894-A3CD-4E32-A114-34E832560DA7}"/>
              </a:ext>
            </a:extLst>
          </p:cNvPr>
          <p:cNvSpPr>
            <a:spLocks noGrp="1"/>
          </p:cNvSpPr>
          <p:nvPr>
            <p:ph type="title"/>
          </p:nvPr>
        </p:nvSpPr>
        <p:spPr>
          <a:xfrm>
            <a:off x="1143000" y="344558"/>
            <a:ext cx="9875520" cy="768626"/>
          </a:xfrm>
        </p:spPr>
        <p:txBody>
          <a:bodyPr/>
          <a:lstStyle/>
          <a:p>
            <a:r>
              <a:rPr lang="en-US" u="sng" dirty="0"/>
              <a:t>Future Enhancement </a:t>
            </a:r>
          </a:p>
        </p:txBody>
      </p:sp>
      <p:sp>
        <p:nvSpPr>
          <p:cNvPr id="3" name="Content Placeholder 2">
            <a:extLst>
              <a:ext uri="{FF2B5EF4-FFF2-40B4-BE49-F238E27FC236}">
                <a16:creationId xmlns:a16="http://schemas.microsoft.com/office/drawing/2014/main" id="{B9EEEF4F-6ADF-4A89-B372-186E9B286D4E}"/>
              </a:ext>
            </a:extLst>
          </p:cNvPr>
          <p:cNvSpPr>
            <a:spLocks noGrp="1"/>
          </p:cNvSpPr>
          <p:nvPr>
            <p:ph idx="1"/>
          </p:nvPr>
        </p:nvSpPr>
        <p:spPr>
          <a:xfrm>
            <a:off x="1143000" y="1285461"/>
            <a:ext cx="9872871" cy="4810539"/>
          </a:xfrm>
        </p:spPr>
        <p:txBody>
          <a:bodyPr/>
          <a:lstStyle/>
          <a:p>
            <a:r>
              <a:rPr lang="en-US" dirty="0"/>
              <a:t>We see that there are lot of individuals that are making the bookings, so we need to manage the count of the rooms well and see if we can try to apply bunking system model in the room. </a:t>
            </a:r>
          </a:p>
          <a:p>
            <a:r>
              <a:rPr lang="en-US" dirty="0"/>
              <a:t>As the majority of  the  family reservation has members in between 2 to 5, proper room arrangements must  be free and price modulation is possible in the segment. </a:t>
            </a:r>
          </a:p>
          <a:p>
            <a:r>
              <a:rPr lang="en-US" dirty="0"/>
              <a:t>When we see we have a repeat  customer reservation, we can offer complimentary supply. </a:t>
            </a:r>
          </a:p>
          <a:p>
            <a:r>
              <a:rPr lang="en-US" dirty="0"/>
              <a:t>As the response is good  from only online and offline segment, we can focus on the remaining 3  segments as well to increase the reservation next year. </a:t>
            </a:r>
          </a:p>
          <a:p>
            <a:r>
              <a:rPr lang="en-US" dirty="0"/>
              <a:t>We can offer extra discount coupon for the reservation in start of the year(jan,feb,march)</a:t>
            </a:r>
          </a:p>
          <a:p>
            <a:endParaRPr lang="en-US" dirty="0"/>
          </a:p>
        </p:txBody>
      </p:sp>
    </p:spTree>
    <p:extLst>
      <p:ext uri="{BB962C8B-B14F-4D97-AF65-F5344CB8AC3E}">
        <p14:creationId xmlns:p14="http://schemas.microsoft.com/office/powerpoint/2010/main" val="2248908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5DF76-9EDB-4F10-9214-10D3C4A19A21}"/>
              </a:ext>
            </a:extLst>
          </p:cNvPr>
          <p:cNvSpPr>
            <a:spLocks noGrp="1"/>
          </p:cNvSpPr>
          <p:nvPr>
            <p:ph type="title"/>
          </p:nvPr>
        </p:nvSpPr>
        <p:spPr/>
        <p:txBody>
          <a:bodyPr/>
          <a:lstStyle/>
          <a:p>
            <a:r>
              <a:rPr lang="en-US" u="sng" dirty="0"/>
              <a:t>Future Enhancement</a:t>
            </a:r>
            <a:r>
              <a:rPr lang="en-US" dirty="0"/>
              <a:t> </a:t>
            </a:r>
          </a:p>
        </p:txBody>
      </p:sp>
      <p:sp>
        <p:nvSpPr>
          <p:cNvPr id="3" name="Content Placeholder 2">
            <a:extLst>
              <a:ext uri="{FF2B5EF4-FFF2-40B4-BE49-F238E27FC236}">
                <a16:creationId xmlns:a16="http://schemas.microsoft.com/office/drawing/2014/main" id="{82D081BD-DB4E-4E38-846B-621AAA2EB043}"/>
              </a:ext>
            </a:extLst>
          </p:cNvPr>
          <p:cNvSpPr>
            <a:spLocks noGrp="1"/>
          </p:cNvSpPr>
          <p:nvPr>
            <p:ph idx="1"/>
          </p:nvPr>
        </p:nvSpPr>
        <p:spPr/>
        <p:txBody>
          <a:bodyPr/>
          <a:lstStyle/>
          <a:p>
            <a:r>
              <a:rPr lang="en-US" dirty="0"/>
              <a:t>If reservation is cancelled and  customer has selected a meal type and room type the certain percent will be deducted from the refund amount. </a:t>
            </a:r>
          </a:p>
          <a:p>
            <a:pPr marL="45720" indent="0">
              <a:buNone/>
            </a:pPr>
            <a:endParaRPr lang="en-US" dirty="0"/>
          </a:p>
          <a:p>
            <a:endParaRPr lang="en-US" dirty="0"/>
          </a:p>
        </p:txBody>
      </p:sp>
    </p:spTree>
    <p:extLst>
      <p:ext uri="{BB962C8B-B14F-4D97-AF65-F5344CB8AC3E}">
        <p14:creationId xmlns:p14="http://schemas.microsoft.com/office/powerpoint/2010/main" val="2317921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3243F-14BB-491F-B412-AE22639BE29C}"/>
              </a:ext>
            </a:extLst>
          </p:cNvPr>
          <p:cNvSpPr>
            <a:spLocks noGrp="1"/>
          </p:cNvSpPr>
          <p:nvPr>
            <p:ph type="title"/>
          </p:nvPr>
        </p:nvSpPr>
        <p:spPr/>
        <p:txBody>
          <a:bodyPr/>
          <a:lstStyle/>
          <a:p>
            <a:r>
              <a:rPr lang="en-US" u="sng" dirty="0"/>
              <a:t>Conclusion</a:t>
            </a:r>
          </a:p>
        </p:txBody>
      </p:sp>
      <p:sp>
        <p:nvSpPr>
          <p:cNvPr id="3" name="Content Placeholder 2">
            <a:extLst>
              <a:ext uri="{FF2B5EF4-FFF2-40B4-BE49-F238E27FC236}">
                <a16:creationId xmlns:a16="http://schemas.microsoft.com/office/drawing/2014/main" id="{EA4D5A5B-F595-468C-B3B4-5CB710C5632D}"/>
              </a:ext>
            </a:extLst>
          </p:cNvPr>
          <p:cNvSpPr>
            <a:spLocks noGrp="1"/>
          </p:cNvSpPr>
          <p:nvPr>
            <p:ph idx="1"/>
          </p:nvPr>
        </p:nvSpPr>
        <p:spPr>
          <a:xfrm>
            <a:off x="1143000" y="2057400"/>
            <a:ext cx="9872871" cy="2965174"/>
          </a:xfrm>
        </p:spPr>
        <p:txBody>
          <a:bodyPr/>
          <a:lstStyle/>
          <a:p>
            <a:pPr marL="45720" indent="0">
              <a:buNone/>
            </a:pPr>
            <a:r>
              <a:rPr lang="en-US" dirty="0"/>
              <a:t>This dashboard  will help to monitor the reservation statistics and help  the management in the important business decision making. There is lot of scope in growth of the business </a:t>
            </a:r>
            <a:r>
              <a:rPr lang="en-US" sz="2800" dirty="0"/>
              <a:t>model</a:t>
            </a:r>
            <a:r>
              <a:rPr lang="en-US" dirty="0"/>
              <a:t> and can improve profits. Offers can be provided to the special customer. Room management we will be easy and the future room availability can be check efficiently. </a:t>
            </a:r>
          </a:p>
          <a:p>
            <a:pPr marL="45720" indent="0">
              <a:buNone/>
            </a:pPr>
            <a:endParaRPr lang="en-US" dirty="0"/>
          </a:p>
        </p:txBody>
      </p:sp>
    </p:spTree>
    <p:extLst>
      <p:ext uri="{BB962C8B-B14F-4D97-AF65-F5344CB8AC3E}">
        <p14:creationId xmlns:p14="http://schemas.microsoft.com/office/powerpoint/2010/main" val="4084987377"/>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Gallery</Template>
  <TotalTime>267</TotalTime>
  <Words>789</Words>
  <Application>Microsoft Office PowerPoint</Application>
  <PresentationFormat>Widescreen</PresentationFormat>
  <Paragraphs>57</Paragraphs>
  <Slides>18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Corbel</vt:lpstr>
      <vt:lpstr>Basis</vt:lpstr>
      <vt:lpstr>Hotel Reservations</vt:lpstr>
      <vt:lpstr>Problem Statement </vt:lpstr>
      <vt:lpstr>Overview</vt:lpstr>
      <vt:lpstr>Who will use the dashboard?</vt:lpstr>
      <vt:lpstr>Data Overview</vt:lpstr>
      <vt:lpstr>Dashboard  Design</vt:lpstr>
      <vt:lpstr>Key Insights </vt:lpstr>
      <vt:lpstr>Key Insights</vt:lpstr>
      <vt:lpstr>Key Insights</vt:lpstr>
      <vt:lpstr>Key Insights</vt:lpstr>
      <vt:lpstr>Key Insights</vt:lpstr>
      <vt:lpstr>Key Insights</vt:lpstr>
      <vt:lpstr>Key Insights</vt:lpstr>
      <vt:lpstr>Key  Insights</vt:lpstr>
      <vt:lpstr>Key Insights</vt:lpstr>
      <vt:lpstr>Future Enhancement </vt:lpstr>
      <vt:lpstr>Future Enhancement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Reservations</dc:title>
  <dc:creator>Rishi Mishra</dc:creator>
  <cp:lastModifiedBy>Rishi Mishra</cp:lastModifiedBy>
  <cp:revision>17</cp:revision>
  <dcterms:created xsi:type="dcterms:W3CDTF">2026-02-22T06:29:17Z</dcterms:created>
  <dcterms:modified xsi:type="dcterms:W3CDTF">2026-03-08T08:18:53Z</dcterms:modified>
</cp:coreProperties>
</file>